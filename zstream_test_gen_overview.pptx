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Z-Stream Test Generator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83464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EC8E3"/>
                </a:solidFill>
                <a:latin typeface="Calibri"/>
              </a:defRPr>
            </a:pPr>
            <a:r>
              <a:t>AI-Driven Verification Test Generation for ODF Bug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07090"/>
                </a:solidFill>
                <a:latin typeface="Calibri"/>
              </a:defRPr>
            </a:pPr>
            <a:r>
              <a:t>ODF QE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2000" b="1">
                <a:solidFill>
                  <a:srgbClr val="FFFFFF"/>
                </a:solidFill>
                <a:latin typeface="Calibri"/>
              </a:rPr>
              <a:t>Repetitive manual work — </a:t>
            </a:r>
            <a:r>
              <a:rPr sz="2000">
                <a:solidFill>
                  <a:srgbClr val="D0D0E0"/>
                </a:solidFill>
                <a:latin typeface="Calibri"/>
              </a:rPr>
              <a:t>Every z-stream fix requires a hand-written verification test following strict ocs-ci conventions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2000" b="1">
                <a:solidFill>
                  <a:srgbClr val="FFFFFF"/>
                </a:solidFill>
                <a:latin typeface="Calibri"/>
              </a:rPr>
              <a:t>Backport multiplication — </a:t>
            </a:r>
            <a:r>
              <a:rPr sz="2000">
                <a:solidFill>
                  <a:srgbClr val="D0D0E0"/>
                </a:solidFill>
                <a:latin typeface="Calibri"/>
              </a:rPr>
              <a:t>The same fix is backported across 3-5 ODF versions, each needing separate verification tracking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2000" b="1">
                <a:solidFill>
                  <a:srgbClr val="FFFFFF"/>
                </a:solidFill>
                <a:latin typeface="Calibri"/>
              </a:rPr>
              <a:t>One-time verification gap — </a:t>
            </a:r>
            <a:r>
              <a:rPr sz="2000">
                <a:solidFill>
                  <a:srgbClr val="D0D0E0"/>
                </a:solidFill>
                <a:latin typeface="Calibri"/>
              </a:rPr>
              <a:t>Manually verified fixes produce no lasting automation artifact; regressions can silently reappear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2000" b="1">
                <a:solidFill>
                  <a:srgbClr val="FFFFFF"/>
                </a:solidFill>
                <a:latin typeface="Calibri"/>
              </a:rPr>
              <a:t>Scaling bottleneck — </a:t>
            </a:r>
            <a:r>
              <a:rPr sz="2000">
                <a:solidFill>
                  <a:srgbClr val="D0D0E0"/>
                </a:solidFill>
                <a:latin typeface="Calibri"/>
              </a:rPr>
              <a:t>A typical z-stream release has 15-25 bugs; writing tests for all of them competes with higher-value engineering work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2000" b="1">
                <a:solidFill>
                  <a:srgbClr val="FFFFFF"/>
                </a:solidFill>
                <a:latin typeface="Calibri"/>
              </a:rPr>
              <a:t>Convention drift — </a:t>
            </a:r>
            <a:r>
              <a:rPr sz="2000">
                <a:solidFill>
                  <a:srgbClr val="D0D0E0"/>
                </a:solidFill>
                <a:latin typeface="Calibri"/>
              </a:rPr>
              <a:t>Manual test writing leads to inconsistent patterns across the test suite (logging, cleanup, markers, base classes)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0D0E0"/>
                </a:solidFill>
                <a:latin typeface="Calibri"/>
              </a:defRPr>
            </a:pPr>
            <a:r>
              <a:t>An end-to-end pipeline that reads Jira bugs, understands the upstream fix, and generates production-ready ocs-ci pytest tests — complete with helper functions, draft PRs, and backport branches.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07090"/>
                </a:solidFill>
                <a:latin typeface="Calibri"/>
              </a:defRPr>
            </a:pPr>
            <a:r>
              <a:t>One command processes an entire z-stream release: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C46B"/>
                </a:solidFill>
                <a:latin typeface="Calibri"/>
              </a:defRPr>
            </a:pPr>
            <a:r>
              <a:t>python -m ocs_ci.utility.zstream_test_gen --fix-version odf-4.22.5 --confidence 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246888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8E3"/>
                </a:solidFill>
                <a:latin typeface="Calibri"/>
              </a:defRPr>
            </a:pPr>
            <a:r>
              <a:t>~15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End-to-end for a 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453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z-stream release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657600"/>
            <a:ext cx="246888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8E3"/>
                </a:solidFill>
                <a:latin typeface="Calibri"/>
              </a:defRPr>
            </a:pPr>
            <a:r>
              <a:t>15-25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Bugs 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453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per release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657600"/>
            <a:ext cx="246888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8E3"/>
                </a:solidFill>
                <a:latin typeface="Calibri"/>
              </a:defRPr>
            </a:pPr>
            <a:r>
              <a:t>1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Per unique fix across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453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all backported versions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3657600"/>
            <a:ext cx="2468880" cy="2011680"/>
          </a:xfrm>
          <a:prstGeom prst="rect">
            <a:avLst/>
          </a:prstGeom>
          <a:solidFill>
            <a:srgbClr val="16213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3794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8E3"/>
                </a:solidFill>
                <a:latin typeface="Calibri"/>
              </a:defRPr>
            </a:pPr>
            <a:r>
              <a:t>Draft PRs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Auto-created with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453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backports to each branch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Pipeline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7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7090"/>
                </a:solidFill>
                <a:latin typeface="Calibri"/>
              </a:rPr>
              <a:t>0a. </a:t>
            </a:r>
            <a:r>
              <a:rPr sz="1500" b="1">
                <a:solidFill>
                  <a:srgbClr val="FFFFFF"/>
                </a:solidFill>
                <a:latin typeface="Calibri"/>
              </a:rPr>
              <a:t>Fix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Auto-fix CodeRabbit comments on open PRs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7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07090"/>
                </a:solidFill>
                <a:latin typeface="Calibri"/>
              </a:rPr>
              <a:t>0b. </a:t>
            </a:r>
            <a:r>
              <a:rPr sz="15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Collect feedback from merged/closed PRs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EC8E3"/>
                </a:solidFill>
                <a:latin typeface="Calibri"/>
              </a:rPr>
              <a:t>1. </a:t>
            </a:r>
            <a:r>
              <a:rPr sz="1500" b="1">
                <a:solidFill>
                  <a:srgbClr val="FFFFFF"/>
                </a:solidFill>
                <a:latin typeface="Calibri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Query Jira for all bugs in the fix 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6304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EC8E3"/>
                </a:solidFill>
                <a:latin typeface="Calibri"/>
              </a:rPr>
              <a:t>2. </a:t>
            </a:r>
            <a:r>
              <a:rPr sz="1500" b="1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Fetch upstream PR diffs + AI root cause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EC8E3"/>
                </a:solidFill>
                <a:latin typeface="Calibri"/>
              </a:rPr>
              <a:t>3. </a:t>
            </a:r>
            <a:r>
              <a:rPr sz="1500" b="1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49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Automatable / DR / Manual-only / Already covered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20040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94560"/>
                </a:solidFill>
                <a:latin typeface="Calibri"/>
              </a:rPr>
              <a:t>4. </a:t>
            </a:r>
            <a:r>
              <a:rPr sz="1500" b="1">
                <a:solidFill>
                  <a:srgbClr val="FFFFFF"/>
                </a:solidFill>
                <a:latin typeface="Calibri"/>
              </a:rPr>
              <a:t>Deduplicate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749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Group backported clones, keep richest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20040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94560"/>
                </a:solidFill>
                <a:latin typeface="Calibri"/>
              </a:rPr>
              <a:t>5. </a:t>
            </a:r>
            <a:r>
              <a:rPr sz="1500" b="1">
                <a:solidFill>
                  <a:srgbClr val="FFFFFF"/>
                </a:solidFill>
                <a:latin typeface="Calibri"/>
              </a:rPr>
              <a:t>Skip Open PRs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Skip bugs that already have PRs from prior 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20040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3101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94560"/>
                </a:solidFill>
                <a:latin typeface="Calibri"/>
              </a:rPr>
              <a:t>6. </a:t>
            </a:r>
            <a:r>
              <a:rPr sz="15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749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Confidence scoring (7 signals, 0-100%)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047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C46B"/>
                </a:solidFill>
                <a:latin typeface="Calibri"/>
              </a:rPr>
              <a:t>7. </a:t>
            </a:r>
            <a:r>
              <a:rPr sz="1500" b="1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AI test generation with similar-test examples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93776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5047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C46B"/>
                </a:solidFill>
                <a:latin typeface="Calibri"/>
              </a:rPr>
              <a:t>8. </a:t>
            </a:r>
            <a:r>
              <a:rPr sz="1500" b="1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Second AI pass: refactor into helper functions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93776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047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C542"/>
                </a:solidFill>
                <a:latin typeface="Calibri"/>
              </a:rPr>
              <a:t>9. </a:t>
            </a:r>
            <a:r>
              <a:rPr sz="1500" b="1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Syntax, imports, patterns, flake8, secrets scan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4937760"/>
            <a:ext cx="265176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F0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047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8A40"/>
                </a:solidFill>
                <a:latin typeface="Calibri"/>
              </a:rPr>
              <a:t>10. </a:t>
            </a:r>
            <a:r>
              <a:rPr sz="1500" b="1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0D0E0"/>
                </a:solidFill>
                <a:latin typeface="Calibri"/>
              </a:defRPr>
            </a:pPr>
            <a:r>
              <a:t>Draft PRs + backports + Jira labels + secrets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Confidence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0D0E0"/>
                </a:solidFill>
                <a:latin typeface="Calibri"/>
              </a:defRPr>
            </a:pPr>
            <a:r>
              <a:t>Each bug is scored on 7 signals to determine how likely the generated test is to be correct and useful.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960120"/>
                <a:gridCol w="32004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Has upstream PR URL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Links test to the actual fix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Has upstream PR diff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AI can read the code changes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Substantive description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Bug context for test logic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Reproduction steps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Concrete verification path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AI verification steps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Quality of generated spec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Similar existing tests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Patterns to follow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Known component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Correct directory + base class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2011680"/>
            <a:ext cx="3657600" cy="1645920"/>
          </a:xfrm>
          <a:prstGeom prst="rect">
            <a:avLst/>
          </a:prstGeom>
          <a:solidFill>
            <a:srgbClr val="16213E"/>
          </a:solidFill>
          <a:ln w="1905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C46B"/>
                </a:solidFill>
                <a:latin typeface="Calibri"/>
              </a:defRPr>
            </a:pPr>
            <a:r>
              <a:t>Confidence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High: &gt;= 70% (7+/10)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807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Medium: &gt;= 40% (4+/10)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0998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Low: &lt; 40% (0-3/10)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023360"/>
            <a:ext cx="3657600" cy="164592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542"/>
                </a:solidFill>
                <a:latin typeface="Calibri"/>
              </a:defRPr>
            </a:pPr>
            <a:r>
              <a:t>CLI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--confidence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818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Only publish PRs for tests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1114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or above this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Gets Generated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EC8E3"/>
                </a:solidFill>
                <a:latin typeface="Calibri"/>
              </a:defRPr>
            </a:pPr>
            <a:r>
              <a:t>Test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Correct base class — </a:t>
            </a:r>
            <a:r>
              <a:rPr sz="1600">
                <a:solidFill>
                  <a:srgbClr val="D0D0E0"/>
                </a:solidFill>
                <a:latin typeface="Calibri"/>
              </a:rPr>
              <a:t>ManageTest, E2ETest, etc.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Squad + tier markers — </a:t>
            </a:r>
            <a:r>
              <a:rPr sz="1600">
                <a:solidFill>
                  <a:srgbClr val="D0D0E0"/>
                </a:solidFill>
                <a:latin typeface="Calibri"/>
              </a:rPr>
              <a:t>green_squad, tier1, etc.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Jira traceability — </a:t>
            </a:r>
            <a:r>
              <a:rPr sz="1600">
                <a:solidFill>
                  <a:srgbClr val="D0D0E0"/>
                </a:solidFill>
                <a:latin typeface="Calibri"/>
              </a:rPr>
              <a:t>@jira_ticket('DFBUGS-XXXX')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Fixture-based cleanup — </a:t>
            </a:r>
            <a:r>
              <a:rPr sz="1600">
                <a:solidFill>
                  <a:srgbClr val="D0D0E0"/>
                </a:solidFill>
                <a:latin typeface="Calibri"/>
              </a:rPr>
              <a:t>pvc_factory, pod_factory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Custom logging — </a:t>
            </a:r>
            <a:r>
              <a:rPr sz="1600">
                <a:solidFill>
                  <a:srgbClr val="D0D0E0"/>
                </a:solidFill>
                <a:latin typeface="Calibri"/>
              </a:rPr>
              <a:t>test_step, assertion log levels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Version gating — </a:t>
            </a:r>
            <a:r>
              <a:rPr sz="1600">
                <a:solidFill>
                  <a:srgbClr val="D0D0E0"/>
                </a:solidFill>
                <a:latin typeface="Calibri"/>
              </a:rPr>
              <a:t>skipif_ocs_version decorators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Google-style docstrings — </a:t>
            </a:r>
            <a:r>
              <a:rPr sz="1600">
                <a:solidFill>
                  <a:srgbClr val="D0D0E0"/>
                </a:solidFill>
                <a:latin typeface="Calibri"/>
              </a:rPr>
              <a:t>with bug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EC46B"/>
                </a:solidFill>
                <a:latin typeface="Calibri"/>
              </a:defRPr>
            </a:pPr>
            <a:r>
              <a:t>Helper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Second AI pass — </a:t>
            </a:r>
            <a:r>
              <a:rPr sz="1600">
                <a:solidFill>
                  <a:srgbClr val="D0D0E0"/>
                </a:solidFill>
                <a:latin typeface="Calibri"/>
              </a:rPr>
              <a:t>identifies inline patterns to extract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Targets correct module — </a:t>
            </a:r>
            <a:r>
              <a:rPr sz="1600">
                <a:solidFill>
                  <a:srgbClr val="D0D0E0"/>
                </a:solidFill>
                <a:latin typeface="Calibri"/>
              </a:rPr>
              <a:t>e.g., ocs_ci/helpers/helpers.py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Staged for review — </a:t>
            </a:r>
            <a:r>
              <a:rPr sz="1600">
                <a:solidFill>
                  <a:srgbClr val="D0D0E0"/>
                </a:solidFill>
                <a:latin typeface="Calibri"/>
              </a:rPr>
              <a:t>placed under zstream_helpers/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Non-blocking — </a:t>
            </a:r>
            <a:r>
              <a:rPr sz="1600">
                <a:solidFill>
                  <a:srgbClr val="D0D0E0"/>
                </a:solidFill>
                <a:latin typeface="Calibri"/>
              </a:rPr>
              <a:t>falls back to original if extraction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8A40"/>
                </a:solidFill>
                <a:latin typeface="Calibri"/>
              </a:defRPr>
            </a:pPr>
            <a:r>
              <a:t>Draft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F08A4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Test + helpers — </a:t>
            </a:r>
            <a:r>
              <a:rPr sz="1600">
                <a:solidFill>
                  <a:srgbClr val="D0D0E0"/>
                </a:solidFill>
                <a:latin typeface="Calibri"/>
              </a:rPr>
              <a:t>committed together in one PR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F08A4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Structured body — </a:t>
            </a:r>
            <a:r>
              <a:rPr sz="1600">
                <a:solidFill>
                  <a:srgbClr val="D0D0E0"/>
                </a:solidFill>
                <a:latin typeface="Calibri"/>
              </a:rPr>
              <a:t>summary, root cause, execution context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F08A4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Review checklist — </a:t>
            </a:r>
            <a:r>
              <a:rPr sz="1600">
                <a:solidFill>
                  <a:srgbClr val="D0D0E0"/>
                </a:solidFill>
                <a:latin typeface="Calibri"/>
              </a:rPr>
              <a:t>built into the PR description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F08A4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Backport PRs — </a:t>
            </a:r>
            <a:r>
              <a:rPr sz="1600">
                <a:solidFill>
                  <a:srgbClr val="D0D0E0"/>
                </a:solidFill>
                <a:latin typeface="Calibri"/>
              </a:rPr>
              <a:t>auto-created for each release branch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F08A40"/>
              </a:buClr>
              <a:buSzPct val="120000"/>
            </a:pPr>
            <a:r>
              <a:rPr sz="1600" b="1">
                <a:solidFill>
                  <a:srgbClr val="FFFFFF"/>
                </a:solidFill>
                <a:latin typeface="Calibri"/>
              </a:rPr>
              <a:t>Jira updated — </a:t>
            </a:r>
            <a:r>
              <a:rPr sz="1600">
                <a:solidFill>
                  <a:srgbClr val="D0D0E0"/>
                </a:solidFill>
                <a:latin typeface="Calibri"/>
              </a:rPr>
              <a:t>comment with PR links + tracking label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Calibri"/>
              </a:defRPr>
            </a:pPr>
            <a:r>
              <a:t>Reduce QE overhead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Engineers review and refine instead of writing boilerplate verification tests from scratch for every z-stream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37160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8E3"/>
                </a:solidFill>
                <a:latin typeface="Calibri"/>
              </a:defRPr>
            </a:pPr>
            <a:r>
              <a:t>Increase automation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Deduplication across backports + automatic release branch PRs ensure every version gets coverage without extra effort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C46B"/>
                </a:solidFill>
                <a:latin typeface="Calibri"/>
              </a:defRPr>
            </a:pPr>
            <a:r>
              <a:t>Permanent regression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Every verified fix becomes part of the regression suite, catching silent regressions in future releases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37160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C542"/>
                </a:solidFill>
                <a:latin typeface="Calibri"/>
              </a:defRPr>
            </a:pPr>
            <a:r>
              <a:t>Self-improving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Learns from CodeRabbit reviews and human reviewer corrections — the same mistakes are never repeated in future generations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F0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A40"/>
                </a:solidFill>
                <a:latin typeface="Calibri"/>
              </a:defRPr>
            </a:pPr>
            <a:r>
              <a:t>Consistent conventions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Generated tests follow ocs-ci patterns by design: base classes, markers, fixtures, logging, cleanup — no review cycles for style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93192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8E3"/>
                </a:solidFill>
                <a:latin typeface="Calibri"/>
              </a:defRPr>
            </a:pPr>
            <a:r>
              <a:t>Safe by default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Two-layer secrets scanning (validation + publish gate) prevents credentials, keys, and tokens from reaching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3192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Calibri"/>
              </a:defRPr>
            </a:pPr>
            <a:r>
              <a:t>Retroactive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Process past fix versions to generate tests for bugs that were only verified manually — systematically close automation gaps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931920"/>
            <a:ext cx="2743200" cy="2194560"/>
          </a:xfrm>
          <a:prstGeom prst="rect">
            <a:avLst/>
          </a:prstGeom>
          <a:solidFill>
            <a:srgbClr val="16213E"/>
          </a:solidFill>
          <a:ln w="1905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C46B"/>
                </a:solidFill>
                <a:latin typeface="Calibri"/>
              </a:defRPr>
            </a:pPr>
            <a:r>
              <a:t>Faster qualification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Front-loads test generation so verification tests are ready for review as soon as fixes are merged, compressing release timelines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  <a:latin typeface="Calibri"/>
              </a:defRPr>
            </a:pPr>
            <a:r>
              <a:t>Jira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redhat.atlassian.net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DFBUGS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Bug data + comments + clone chains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27432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EC8E3"/>
                </a:solidFill>
                <a:latin typeface="Calibri"/>
              </a:defRPr>
            </a:pPr>
            <a:r>
              <a:t>GitHub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Upstream PR diffs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Fork-based PR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Git Data API (serverless)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27432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EC46B"/>
                </a:solidFill>
                <a:latin typeface="Calibri"/>
              </a:defRPr>
            </a:pPr>
            <a:r>
              <a:t>Claude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Vertex AI (Claude Opus)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Bug analysis + test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Helper extraction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463040"/>
            <a:ext cx="2743200" cy="201168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C542"/>
                </a:solidFill>
                <a:latin typeface="Calibri"/>
              </a:defRPr>
            </a:pPr>
            <a:r>
              <a:t>ocs-ci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Codebase conventions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Similar test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0D0E0"/>
                </a:solidFill>
                <a:latin typeface="Calibri"/>
              </a:defRPr>
            </a:pPr>
            <a:r>
              <a:t>Validation (ast, flake8, pytest)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07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07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07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Module Structure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31520" y="4297680"/>
          <a:ext cx="105156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8202168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cli.py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CLI entry point, argument parsing (--maintain, --fix-reviews, --learn-only)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config.py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YAML + env var configuration loading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pipeline.py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Orchestrates all stages end-to-end incl. feedback loop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jira_client.py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Jira queries, parsing, clone chain walking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github_client.py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PR diffs, fork-based PR creation, CodeRabbit comments, Git Data API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generator.py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Claude AI calls with auto-injected correction rules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classifier.py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Bug classification + confidence scoring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validator.py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Syntax, import, pattern, flake8, secrets scanning, pytest validation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publisher.py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PR publishing, backports, Jira labeling, final secrets gate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feedback.py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Automated feedback loop: ReviewFixer + FeedbackCollector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prompts.py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All AI prompt templates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models.py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0D0E0"/>
                          </a:solidFill>
                          <a:latin typeface="Calibri"/>
                        </a:rPr>
                        <a:t>Data models (BugInfo, GeneratedTest, HelperSpec, etc.)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Validation Run: odf-4.22.5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011680" cy="1828800"/>
          </a:xfrm>
          <a:prstGeom prst="rect">
            <a:avLst/>
          </a:prstGeom>
          <a:solidFill>
            <a:srgbClr val="16213E"/>
          </a:solidFill>
          <a:ln w="2540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EC8E3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0D0E0"/>
                </a:solidFill>
                <a:latin typeface="Calibri"/>
              </a:defRPr>
            </a:pPr>
            <a:r>
              <a:t>Bugs</a:t>
            </a:r>
            <a:br/>
            <a:r>
              <a:t>collected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63040"/>
            <a:ext cx="2011680" cy="1828800"/>
          </a:xfrm>
          <a:prstGeom prst="rect">
            <a:avLst/>
          </a:prstGeom>
          <a:solidFill>
            <a:srgbClr val="16213E"/>
          </a:solidFill>
          <a:ln w="2540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EC46B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0D0E0"/>
                </a:solidFill>
                <a:latin typeface="Calibri"/>
              </a:defRPr>
            </a:pPr>
            <a:r>
              <a:t>Tests</a:t>
            </a:r>
            <a:br/>
            <a:r>
              <a:t>generated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463040"/>
            <a:ext cx="2011680" cy="182880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C54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0D0E0"/>
                </a:solidFill>
                <a:latin typeface="Calibri"/>
              </a:defRPr>
            </a:pPr>
            <a:r>
              <a:t>Manual-only</a:t>
            </a:r>
            <a:br/>
            <a:r>
              <a:t>(UI/perf/CVE)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463040"/>
            <a:ext cx="2011680" cy="1828800"/>
          </a:xfrm>
          <a:prstGeom prst="rect">
            <a:avLst/>
          </a:prstGeom>
          <a:solidFill>
            <a:srgbClr val="16213E"/>
          </a:solidFill>
          <a:ln w="2540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5EC46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0D0E0"/>
                </a:solidFill>
                <a:latin typeface="Calibri"/>
              </a:defRPr>
            </a:pPr>
            <a:r>
              <a:t>Validation</a:t>
            </a:r>
            <a:br/>
            <a:r>
              <a:t>pass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463040"/>
            <a:ext cx="2011680" cy="182880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945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0D0E0"/>
                </a:solidFill>
                <a:latin typeface="Calibri"/>
              </a:defRPr>
            </a:pPr>
            <a:r>
              <a:t>High-confidence</a:t>
            </a:r>
            <a:br/>
            <a:r>
              <a:t>PRs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the pipeline produced: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800" b="1">
                <a:solidFill>
                  <a:srgbClr val="FFFFFF"/>
                </a:solidFill>
                <a:latin typeface="Calibri"/>
              </a:rPr>
              <a:t>15 complete pytest files — </a:t>
            </a:r>
            <a:r>
              <a:rPr sz="1800">
                <a:solidFill>
                  <a:srgbClr val="D0D0E0"/>
                </a:solidFill>
                <a:latin typeface="Calibri"/>
              </a:rPr>
              <a:t>following ocs-ci conventions with proper markers, fixtures, and cleanup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800" b="1">
                <a:solidFill>
                  <a:srgbClr val="FFFFFF"/>
                </a:solidFill>
                <a:latin typeface="Calibri"/>
              </a:rPr>
              <a:t>2-6 helper functions per test — </a:t>
            </a:r>
            <a:r>
              <a:rPr sz="1800">
                <a:solidFill>
                  <a:srgbClr val="D0D0E0"/>
                </a:solidFill>
                <a:latin typeface="Calibri"/>
              </a:rPr>
              <a:t>extracted and staged for target module integration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800" b="1">
                <a:solidFill>
                  <a:srgbClr val="FFFFFF"/>
                </a:solidFill>
                <a:latin typeface="Calibri"/>
              </a:rPr>
              <a:t>Automatic deduplication — </a:t>
            </a:r>
            <a:r>
              <a:rPr sz="1800">
                <a:solidFill>
                  <a:srgbClr val="D0D0E0"/>
                </a:solidFill>
                <a:latin typeface="Calibri"/>
              </a:rPr>
              <a:t>backported clones grouped, one test per unique fix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800" b="1">
                <a:solidFill>
                  <a:srgbClr val="FFFFFF"/>
                </a:solidFill>
                <a:latin typeface="Calibri"/>
              </a:rPr>
              <a:t>Confidence distribution — </a:t>
            </a:r>
            <a:r>
              <a:rPr sz="1800">
                <a:solidFill>
                  <a:srgbClr val="D0D0E0"/>
                </a:solidFill>
                <a:latin typeface="Calibri"/>
              </a:rPr>
              <a:t>4 high, 7 medium, 4 low; CLI filter controls which get PRs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Automated Feedback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0D0E0"/>
                </a:solidFill>
                <a:latin typeface="Calibri"/>
              </a:defRPr>
            </a:pPr>
            <a:r>
              <a:t>The tool learns from every PR interaction — CodeRabbit reviews, human corrections, and merge outcomes — and applies those lessons to all future generations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3474720" cy="3200400"/>
          </a:xfrm>
          <a:prstGeom prst="rect">
            <a:avLst/>
          </a:prstGeom>
          <a:solidFill>
            <a:srgbClr val="16213E"/>
          </a:solidFill>
          <a:ln w="19050">
            <a:solidFill>
              <a:srgbClr val="7EC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C8E3"/>
                </a:solidFill>
                <a:latin typeface="Calibri"/>
              </a:defRPr>
            </a:pPr>
            <a:r>
              <a:t>CodeRabbit Review Fixing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Detects new CodeRabbit comments on open PRs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98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Reads comments + current file 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912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Generates fixes via Claude with ocs-ci conventions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838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Pushes fix commit directly to the PR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76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Tracks comment count to detect new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CLI: --fix-reviews or --maintain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474720" cy="3200400"/>
          </a:xfrm>
          <a:prstGeom prst="rect">
            <a:avLst/>
          </a:prstGeom>
          <a:solidFill>
            <a:srgbClr val="16213E"/>
          </a:solidFill>
          <a:ln w="19050">
            <a:solidFill>
              <a:srgbClr val="5EC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EC46B"/>
                </a:solidFill>
                <a:latin typeface="Calibri"/>
              </a:defRPr>
            </a:pPr>
            <a:r>
              <a:t>Merged PR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Finds merged PRs with ai-generated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98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Compares original vs final merged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912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Extracts reusable correction rules via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4838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Rules stored in ~/.zstream_test_gen_corrections.yaml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76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Auto-injected into system prompt for future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CLI: --learn-only or --maintain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103120"/>
            <a:ext cx="3474720" cy="320040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Calibri"/>
              </a:defRPr>
            </a:pPr>
            <a:r>
              <a:t>Secrets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10 regex patterns for credentials, keys,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8986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Scans during validation (blocking check)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1912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Final gate at publish: all files + PR 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4838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Catches private keys, pull secrets, AWS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776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JWTs, Bearer tokens, registry credentials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D0E0"/>
                </a:solidFill>
                <a:latin typeface="Calibri"/>
              </a:defRPr>
            </a:pPr>
            <a:r>
              <a:t>PR is blocked if any match is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7090"/>
                </a:solidFill>
                <a:latin typeface="Calibri"/>
              </a:defRPr>
            </a:pPr>
            <a:r>
              <a:t>Maintenance mode (--maintain) runs review fixing + feedback collection without generating new tests — ideal for periodic cron jobs.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Getting Started &amp;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EC8E3"/>
                </a:solidFill>
                <a:latin typeface="Calibri"/>
              </a:defRPr>
            </a:pPr>
            <a:r>
              <a:t>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Configure — </a:t>
            </a:r>
            <a:r>
              <a:rPr sz="1700">
                <a:solidFill>
                  <a:srgbClr val="D0D0E0"/>
                </a:solidFill>
                <a:latin typeface="Calibri"/>
              </a:rPr>
              <a:t>Run --init-config, add Jira/GitHub/Claude credentials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Fork — </a:t>
            </a:r>
            <a:r>
              <a:rPr sz="1700">
                <a:solidFill>
                  <a:srgbClr val="D0D0E0"/>
                </a:solidFill>
                <a:latin typeface="Calibri"/>
              </a:rPr>
              <a:t>Fork red-hat-storage/ocs-ci, set fork_repo in config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Generate — </a:t>
            </a:r>
            <a:r>
              <a:rPr sz="1700">
                <a:solidFill>
                  <a:srgbClr val="D0D0E0"/>
                </a:solidFill>
                <a:latin typeface="Calibri"/>
              </a:rPr>
              <a:t>Run with --fix-version and --confidence level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Maintain — </a:t>
            </a:r>
            <a:r>
              <a:rPr sz="1700">
                <a:solidFill>
                  <a:srgbClr val="D0D0E0"/>
                </a:solidFill>
                <a:latin typeface="Calibri"/>
              </a:rPr>
              <a:t>Run --maintain to fix reviews + learn from merged PRs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Fix reviews — </a:t>
            </a:r>
            <a:r>
              <a:rPr sz="1700">
                <a:solidFill>
                  <a:srgbClr val="D0D0E0"/>
                </a:solidFill>
                <a:latin typeface="Calibri"/>
              </a:rPr>
              <a:t>Run --fix-reviews to address CodeRabbit comments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Learn only — </a:t>
            </a:r>
            <a:r>
              <a:rPr sz="1700">
                <a:solidFill>
                  <a:srgbClr val="D0D0E0"/>
                </a:solidFill>
                <a:latin typeface="Calibri"/>
              </a:rPr>
              <a:t>Run --learn-only to collect feedback from closed PRs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E94560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Single bug — </a:t>
            </a:r>
            <a:r>
              <a:rPr sz="1700">
                <a:solidFill>
                  <a:srgbClr val="D0D0E0"/>
                </a:solidFill>
                <a:latin typeface="Calibri"/>
              </a:rPr>
              <a:t>Use --bug DFBUGS-XXXX for individual bugs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EC46B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Improve component detection — </a:t>
            </a:r>
            <a:r>
              <a:rPr sz="1700">
                <a:solidFill>
                  <a:srgbClr val="D0D0E0"/>
                </a:solidFill>
                <a:latin typeface="Calibri"/>
              </a:rPr>
              <a:t>reduce "unknown" classifications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CI integration — </a:t>
            </a:r>
            <a:r>
              <a:rPr sz="1700">
                <a:solidFill>
                  <a:srgbClr val="D0D0E0"/>
                </a:solidFill>
                <a:latin typeface="Calibri"/>
              </a:rPr>
              <a:t>trigger automatically on new fix versions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Historical backfill — </a:t>
            </a:r>
            <a:r>
              <a:rPr sz="1700">
                <a:solidFill>
                  <a:srgbClr val="D0D0E0"/>
                </a:solidFill>
                <a:latin typeface="Calibri"/>
              </a:rPr>
              <a:t>process past releases for coverage gaps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Team adoption — </a:t>
            </a:r>
            <a:r>
              <a:rPr sz="1700">
                <a:solidFill>
                  <a:srgbClr val="D0D0E0"/>
                </a:solidFill>
                <a:latin typeface="Calibri"/>
              </a:rPr>
              <a:t>shared credentials + CI-based workflow</a:t>
            </a:r>
          </a:p>
          <a:p>
            <a:pPr>
              <a:spcBef>
                <a:spcPts val="1000"/>
              </a:spcBef>
              <a:spcAft>
                <a:spcPts val="600"/>
              </a:spcAft>
              <a:buChar char="•"/>
              <a:buClr>
                <a:srgbClr val="5EC46B"/>
              </a:buClr>
              <a:buSzPct val="120000"/>
            </a:pPr>
            <a:r>
              <a:rPr sz="1700" b="1">
                <a:solidFill>
                  <a:srgbClr val="FFFFFF"/>
                </a:solidFill>
                <a:latin typeface="Calibri"/>
              </a:rPr>
              <a:t>Scheduled maintenance — </a:t>
            </a:r>
            <a:r>
              <a:rPr sz="1700">
                <a:solidFill>
                  <a:srgbClr val="D0D0E0"/>
                </a:solidFill>
                <a:latin typeface="Calibri"/>
              </a:rPr>
              <a:t>cron-based --maintain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07090"/>
                </a:solidFill>
                <a:latin typeface="Calibri"/>
              </a:defRPr>
            </a:pPr>
            <a:r>
              <a:t>Location: ocs_ci/utility/zstream_test_gen/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07090"/>
                </a:solidFill>
                <a:latin typeface="Calibri"/>
              </a:defRPr>
            </a:pPr>
            <a:r>
              <a:t>Config: ~/.zstream_test_gen.yaml   |   Output: .zstream_gen_output/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